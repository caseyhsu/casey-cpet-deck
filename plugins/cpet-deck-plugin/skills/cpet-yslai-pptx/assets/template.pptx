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50" r:id="rId1"/>
  </p:sldMasterIdLst>
  <p:notesMasterIdLst>
    <p:notesMasterId r:id="rId7"/>
  </p:notesMasterIdLst>
  <p:handoutMasterIdLst>
    <p:handoutMasterId r:id="rId8"/>
  </p:handoutMasterIdLst>
  <p:sldIdLst>
    <p:sldId id="2177" r:id="rId2"/>
    <p:sldId id="2182" r:id="rId3"/>
    <p:sldId id="2183" r:id="rId4"/>
    <p:sldId id="2188" r:id="rId5"/>
    <p:sldId id="2189" r:id="rId6"/>
  </p:sldIdLst>
  <p:sldSz cx="12192000" cy="6858000"/>
  <p:notesSz cx="6797675" cy="99282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3871" userDrawn="1">
          <p15:clr>
            <a:srgbClr val="A4A3A4"/>
          </p15:clr>
        </p15:guide>
        <p15:guide id="4" pos="816" userDrawn="1">
          <p15:clr>
            <a:srgbClr val="A4A3A4"/>
          </p15:clr>
        </p15:guide>
        <p15:guide id="6" pos="6864" userDrawn="1">
          <p15:clr>
            <a:srgbClr val="A4A3A4"/>
          </p15:clr>
        </p15:guide>
        <p15:guide id="8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FBFBF"/>
    <a:srgbClr val="FFCC66"/>
    <a:srgbClr val="FFCC99"/>
    <a:srgbClr val="FF9966"/>
    <a:srgbClr val="FFCC29"/>
    <a:srgbClr val="F8BF08"/>
    <a:srgbClr val="1D2F69"/>
    <a:srgbClr val="253D87"/>
    <a:srgbClr val="9B42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7" autoAdjust="0"/>
    <p:restoredTop sz="93951" autoAdjust="0"/>
  </p:normalViewPr>
  <p:slideViewPr>
    <p:cSldViewPr showGuides="1">
      <p:cViewPr varScale="1">
        <p:scale>
          <a:sx n="73" d="100"/>
          <a:sy n="73" d="100"/>
        </p:scale>
        <p:origin x="86" y="432"/>
      </p:cViewPr>
      <p:guideLst>
        <p:guide orient="horz" pos="799"/>
        <p:guide pos="3871"/>
        <p:guide pos="816"/>
        <p:guide pos="6864"/>
        <p:guide orient="horz" pos="218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56"/>
    </p:cViewPr>
  </p:sorterViewPr>
  <p:notesViewPr>
    <p:cSldViewPr showGuides="1">
      <p:cViewPr varScale="1">
        <p:scale>
          <a:sx n="57" d="100"/>
          <a:sy n="57" d="100"/>
        </p:scale>
        <p:origin x="3269" y="53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5872"/>
          </a:xfrm>
          <a:prstGeom prst="rect">
            <a:avLst/>
          </a:prstGeom>
        </p:spPr>
        <p:txBody>
          <a:bodyPr vert="horz" lIns="88230" tIns="44115" rIns="88230" bIns="44115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0294" y="1"/>
            <a:ext cx="2945862" cy="495872"/>
          </a:xfrm>
          <a:prstGeom prst="rect">
            <a:avLst/>
          </a:prstGeom>
        </p:spPr>
        <p:txBody>
          <a:bodyPr vert="horz" lIns="88230" tIns="44115" rIns="88230" bIns="44115" rtlCol="0"/>
          <a:lstStyle>
            <a:lvl1pPr algn="r">
              <a:defRPr sz="1200"/>
            </a:lvl1pPr>
          </a:lstStyle>
          <a:p>
            <a:fld id="{14A24E90-1FDB-4C2C-92B6-4924B8996167}" type="datetimeFigureOut">
              <a:rPr lang="zh-TW" altLang="en-US" smtClean="0"/>
              <a:pPr/>
              <a:t>2026/8/4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30813"/>
            <a:ext cx="2945862" cy="495872"/>
          </a:xfrm>
          <a:prstGeom prst="rect">
            <a:avLst/>
          </a:prstGeom>
        </p:spPr>
        <p:txBody>
          <a:bodyPr vert="horz" lIns="88230" tIns="44115" rIns="88230" bIns="44115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0294" y="9430813"/>
            <a:ext cx="2945862" cy="495872"/>
          </a:xfrm>
          <a:prstGeom prst="rect">
            <a:avLst/>
          </a:prstGeom>
        </p:spPr>
        <p:txBody>
          <a:bodyPr vert="horz" lIns="88230" tIns="44115" rIns="88230" bIns="44115" rtlCol="0" anchor="b"/>
          <a:lstStyle>
            <a:lvl1pPr algn="r">
              <a:defRPr sz="1200"/>
            </a:lvl1pPr>
          </a:lstStyle>
          <a:p>
            <a:fld id="{88BBD31E-6991-4E16-BAFD-0E790B45F4F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1767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86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294" y="1"/>
            <a:ext cx="294586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93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6125"/>
            <a:ext cx="6613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64" y="4715406"/>
            <a:ext cx="5438748" cy="4467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04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813"/>
            <a:ext cx="294586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4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294" y="9430813"/>
            <a:ext cx="2945862" cy="495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71" tIns="47786" rIns="95571" bIns="47786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FED7062B-C816-4351-9E38-0D6088D988A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71956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版面配置區 31">
            <a:extLst>
              <a:ext uri="{FF2B5EF4-FFF2-40B4-BE49-F238E27FC236}">
                <a16:creationId xmlns:a16="http://schemas.microsoft.com/office/drawing/2014/main" id="{AA0CE2E0-9084-4F10-90D1-57E0A73E69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400" y="1970838"/>
            <a:ext cx="10981220" cy="2718302"/>
          </a:xfrm>
        </p:spPr>
        <p:txBody>
          <a:bodyPr anchor="ctr">
            <a:noAutofit/>
          </a:bodyPr>
          <a:lstStyle>
            <a:lvl1pPr marL="0" indent="0" algn="ctr">
              <a:buNone/>
              <a:defRPr sz="40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zh-TW" altLang="en-US" dirty="0"/>
              <a:t>按一下以編輯封面標題</a:t>
            </a:r>
          </a:p>
        </p:txBody>
      </p:sp>
      <p:sp>
        <p:nvSpPr>
          <p:cNvPr id="10" name="文字版面配置區 33">
            <a:extLst>
              <a:ext uri="{FF2B5EF4-FFF2-40B4-BE49-F238E27FC236}">
                <a16:creationId xmlns:a16="http://schemas.microsoft.com/office/drawing/2014/main" id="{6ED5F0CA-D0E5-4611-A618-5607A3CD26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47528" y="4797152"/>
            <a:ext cx="8568952" cy="1584176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endParaRPr lang="zh-TW" altLang="en-US" dirty="0"/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412CC750-B817-448F-8E9D-ECD4AB7FC9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774" y="600263"/>
            <a:ext cx="4068452" cy="122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623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15732" y="980728"/>
            <a:ext cx="12176268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 sz="3200"/>
            </a:lvl1pPr>
            <a:lvl2pPr marL="742950" indent="-285750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n"/>
              <a:defRPr sz="2800"/>
            </a:lvl2pPr>
            <a:lvl3pPr marL="1257300" indent="-342900">
              <a:lnSpc>
                <a:spcPct val="100000"/>
              </a:lnSpc>
              <a:buClr>
                <a:srgbClr val="9B423D"/>
              </a:buClr>
              <a:buFont typeface="Arial" panose="020B0604020202020204" pitchFamily="34" charset="0"/>
              <a:buChar char="•"/>
              <a:defRPr sz="2400"/>
            </a:lvl3pPr>
            <a:lvl4pPr marL="1600200" indent="-228600">
              <a:lnSpc>
                <a:spcPct val="100000"/>
              </a:lnSpc>
              <a:buClr>
                <a:srgbClr val="000000"/>
              </a:buClr>
              <a:buFont typeface="Wingdings" panose="05000000000000000000" pitchFamily="2" charset="2"/>
              <a:buChar char="ü"/>
              <a:defRPr sz="2000"/>
            </a:lvl4pPr>
            <a:lvl5pPr marL="1828800" indent="0">
              <a:lnSpc>
                <a:spcPct val="100000"/>
              </a:lnSpc>
              <a:buNone/>
              <a:defRPr sz="18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0" y="260648"/>
            <a:ext cx="12192000" cy="615602"/>
          </a:xfrm>
          <a:prstGeom prst="rect">
            <a:avLst/>
          </a:prstGeom>
        </p:spPr>
        <p:txBody>
          <a:bodyPr anchor="ctr"/>
          <a:lstStyle>
            <a:lvl1pPr>
              <a:defRPr sz="4000" b="1">
                <a:solidFill>
                  <a:srgbClr val="0000FF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104452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5">
            <a:extLst>
              <a:ext uri="{FF2B5EF4-FFF2-40B4-BE49-F238E27FC236}">
                <a16:creationId xmlns:a16="http://schemas.microsoft.com/office/drawing/2014/main" id="{CC934596-F96D-46B4-82C1-1657E7B48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0648"/>
            <a:ext cx="12192000" cy="615602"/>
          </a:xfrm>
          <a:prstGeom prst="rect">
            <a:avLst/>
          </a:prstGeom>
        </p:spPr>
        <p:txBody>
          <a:bodyPr anchor="ctr"/>
          <a:lstStyle>
            <a:lvl1pPr>
              <a:defRPr sz="4000" b="1">
                <a:solidFill>
                  <a:srgbClr val="0000FF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5" name="圖片版面配置區 4">
            <a:extLst>
              <a:ext uri="{FF2B5EF4-FFF2-40B4-BE49-F238E27FC236}">
                <a16:creationId xmlns:a16="http://schemas.microsoft.com/office/drawing/2014/main" id="{A50A0844-49FB-4802-9441-495D5A036D4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9357" y="1232756"/>
            <a:ext cx="5436604" cy="5040821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  <p:sp>
        <p:nvSpPr>
          <p:cNvPr id="6" name="圖片版面配置區 4">
            <a:extLst>
              <a:ext uri="{FF2B5EF4-FFF2-40B4-BE49-F238E27FC236}">
                <a16:creationId xmlns:a16="http://schemas.microsoft.com/office/drawing/2014/main" id="{0B88578B-97E8-42DE-AE62-9A0D8A3A249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12024" y="1232757"/>
            <a:ext cx="5436604" cy="5040820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2159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5">
            <a:extLst>
              <a:ext uri="{FF2B5EF4-FFF2-40B4-BE49-F238E27FC236}">
                <a16:creationId xmlns:a16="http://schemas.microsoft.com/office/drawing/2014/main" id="{CC934596-F96D-46B4-82C1-1657E7B48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0648"/>
            <a:ext cx="12192000" cy="615602"/>
          </a:xfrm>
          <a:prstGeom prst="rect">
            <a:avLst/>
          </a:prstGeom>
        </p:spPr>
        <p:txBody>
          <a:bodyPr anchor="ctr"/>
          <a:lstStyle>
            <a:lvl1pPr>
              <a:defRPr sz="4000" b="1">
                <a:solidFill>
                  <a:srgbClr val="0000FF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5" name="圖片版面配置區 4">
            <a:extLst>
              <a:ext uri="{FF2B5EF4-FFF2-40B4-BE49-F238E27FC236}">
                <a16:creationId xmlns:a16="http://schemas.microsoft.com/office/drawing/2014/main" id="{A50A0844-49FB-4802-9441-495D5A036D4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9357" y="1232756"/>
            <a:ext cx="3240359" cy="5040821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  <p:sp>
        <p:nvSpPr>
          <p:cNvPr id="7" name="圖片版面配置區 4">
            <a:extLst>
              <a:ext uri="{FF2B5EF4-FFF2-40B4-BE49-F238E27FC236}">
                <a16:creationId xmlns:a16="http://schemas.microsoft.com/office/drawing/2014/main" id="{5457378E-7A9D-4EB2-A799-EF629750BA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47157" y="1232755"/>
            <a:ext cx="3240359" cy="5040821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  <p:sp>
        <p:nvSpPr>
          <p:cNvPr id="8" name="圖片版面配置區 4">
            <a:extLst>
              <a:ext uri="{FF2B5EF4-FFF2-40B4-BE49-F238E27FC236}">
                <a16:creationId xmlns:a16="http://schemas.microsoft.com/office/drawing/2014/main" id="{047E70D4-EBB9-449B-BAC1-DA37F77D01B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00256" y="1232755"/>
            <a:ext cx="3240359" cy="5040821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11307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736A4CB6-4E26-4CCC-86DF-E80206C1AD04}"/>
              </a:ext>
            </a:extLst>
          </p:cNvPr>
          <p:cNvSpPr/>
          <p:nvPr userDrawn="1"/>
        </p:nvSpPr>
        <p:spPr>
          <a:xfrm>
            <a:off x="0" y="0"/>
            <a:ext cx="12192000" cy="252000"/>
          </a:xfrm>
          <a:prstGeom prst="rect">
            <a:avLst/>
          </a:prstGeom>
          <a:gradFill flip="none" rotWithShape="1">
            <a:gsLst>
              <a:gs pos="100000">
                <a:srgbClr val="003781"/>
              </a:gs>
              <a:gs pos="0">
                <a:schemeClr val="bg1"/>
              </a:gs>
              <a:gs pos="47000">
                <a:srgbClr val="0066CC"/>
              </a:gs>
              <a:gs pos="19000">
                <a:schemeClr val="bg1"/>
              </a:gs>
              <a:gs pos="76000">
                <a:srgbClr val="00378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144ACEE-B3CF-D1D0-FF08-9E2D7EE60A09}"/>
              </a:ext>
            </a:extLst>
          </p:cNvPr>
          <p:cNvSpPr txBox="1"/>
          <p:nvPr userDrawn="1"/>
        </p:nvSpPr>
        <p:spPr>
          <a:xfrm>
            <a:off x="11498045" y="6552912"/>
            <a:ext cx="6959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D4AB78-552E-460A-84B3-29E5D3A658E6}" type="slidenum">
              <a:rPr lang="zh-TW" altLang="en-US" sz="1200" b="1" smtClean="0">
                <a:solidFill>
                  <a:schemeClr val="tx1"/>
                </a:solidFill>
                <a:latin typeface="+mn-l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zh-TW" altLang="en-US" sz="12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C306479-DA4C-EBD8-41DB-2629E519669C}"/>
              </a:ext>
            </a:extLst>
          </p:cNvPr>
          <p:cNvSpPr txBox="1"/>
          <p:nvPr userDrawn="1"/>
        </p:nvSpPr>
        <p:spPr>
          <a:xfrm>
            <a:off x="11119830" y="6552913"/>
            <a:ext cx="7524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i="0" dirty="0">
                <a:solidFill>
                  <a:schemeClr val="bg2">
                    <a:lumMod val="10000"/>
                    <a:alpha val="86000"/>
                  </a:schemeClr>
                </a:solidFill>
                <a:effectLst/>
                <a:latin typeface="+mj-lt"/>
              </a:rPr>
              <a:t>SLIDE</a:t>
            </a:r>
            <a:endParaRPr lang="zh-TW" altLang="en-US" sz="1200" b="1" i="0" dirty="0">
              <a:solidFill>
                <a:schemeClr val="bg2">
                  <a:lumMod val="10000"/>
                  <a:alpha val="86000"/>
                </a:schemeClr>
              </a:solidFill>
              <a:effectLst/>
              <a:latin typeface="+mj-lt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FEC5DDD1-EB4B-4BFC-94DE-A09C52F57D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451484" y="6633356"/>
            <a:ext cx="9721080" cy="0"/>
          </a:xfrm>
          <a:prstGeom prst="lin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E16AB52-9C65-48EB-BF64-29A1476480A2}"/>
              </a:ext>
            </a:extLst>
          </p:cNvPr>
          <p:cNvSpPr txBox="1"/>
          <p:nvPr userDrawn="1"/>
        </p:nvSpPr>
        <p:spPr>
          <a:xfrm>
            <a:off x="11324" y="6556992"/>
            <a:ext cx="163150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300" b="1" i="0" dirty="0">
                <a:solidFill>
                  <a:srgbClr val="9B423D"/>
                </a:solidFill>
                <a:effectLst/>
                <a:latin typeface="+mj-lt"/>
              </a:rPr>
              <a:t>CPET-Y.S. Lai Lab</a:t>
            </a:r>
            <a:endParaRPr lang="zh-TW" altLang="en-US" sz="1300" b="1" i="0" dirty="0">
              <a:solidFill>
                <a:srgbClr val="9B423D"/>
              </a:solidFill>
              <a:effectLst/>
              <a:latin typeface="+mj-lt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3CBF2D21-C951-447A-BB23-0A673892F21C}"/>
              </a:ext>
            </a:extLst>
          </p:cNvPr>
          <p:cNvSpPr txBox="1"/>
          <p:nvPr userDrawn="1"/>
        </p:nvSpPr>
        <p:spPr>
          <a:xfrm>
            <a:off x="9319406" y="-8444"/>
            <a:ext cx="2861609" cy="25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i="0" dirty="0">
                <a:solidFill>
                  <a:srgbClr val="BFBFBF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Goal, Method, Progress, Results</a:t>
            </a:r>
            <a:endParaRPr lang="zh-TW" altLang="en-US" sz="1200" b="1" i="0" dirty="0">
              <a:solidFill>
                <a:srgbClr val="BFBFBF"/>
              </a:solidFill>
              <a:effectLst/>
              <a:latin typeface="Arial Black" panose="020B0A0402010202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圖形 13">
            <a:extLst>
              <a:ext uri="{FF2B5EF4-FFF2-40B4-BE49-F238E27FC236}">
                <a16:creationId xmlns:a16="http://schemas.microsoft.com/office/drawing/2014/main" id="{D139107C-DE7E-4222-A11E-6BB3C84CB78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7428" y="44624"/>
            <a:ext cx="1508952" cy="39600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1693F4E4-FB53-46D9-9952-CECAA71F321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138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896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3" r:id="rId1"/>
    <p:sldLayoutId id="2147484552" r:id="rId2"/>
    <p:sldLayoutId id="2147484554" r:id="rId3"/>
    <p:sldLayoutId id="2147484555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49238D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49238D"/>
          </a:solidFill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49238D"/>
          </a:solidFill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49238D"/>
          </a:solidFill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49238D"/>
          </a:solidFill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49238D"/>
          </a:solidFill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49238D"/>
          </a:solidFill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49238D"/>
          </a:solidFill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49238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172BF95-6016-4415-ABE6-9E1FA2E7D4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1C4A9A8A-A0EE-43C5-ABE0-679E82045B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55226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CC2A195-4F73-6A96-3AA9-D58E9217B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16732"/>
            <a:ext cx="10972800" cy="500455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TW" sz="2800" dirty="0"/>
              <a:t>Report on …</a:t>
            </a:r>
            <a:endParaRPr lang="en-US" altLang="zh-TW" dirty="0"/>
          </a:p>
          <a:p>
            <a:pPr>
              <a:lnSpc>
                <a:spcPct val="100000"/>
              </a:lnSpc>
            </a:pPr>
            <a:r>
              <a:rPr lang="zh-TW" altLang="en-US" sz="2800" dirty="0"/>
              <a:t>本次報告將呈現</a:t>
            </a:r>
            <a:r>
              <a:rPr lang="en-US" altLang="zh-TW" sz="2800" dirty="0"/>
              <a:t>…</a:t>
            </a:r>
          </a:p>
          <a:p>
            <a:pPr>
              <a:lnSpc>
                <a:spcPct val="100000"/>
              </a:lnSpc>
            </a:pPr>
            <a:r>
              <a:rPr lang="en-US" altLang="zh-TW" sz="2800" dirty="0"/>
              <a:t>…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542A303-4C26-AE99-F2C7-B81C0EE4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zh-TW" sz="4000" b="1" kern="0" dirty="0">
                <a:solidFill>
                  <a:srgbClr val="0000FF"/>
                </a:solidFill>
                <a:ea typeface="標楷體" pitchFamily="65" charset="-120"/>
              </a:rPr>
              <a:t>Summary</a:t>
            </a:r>
            <a:endParaRPr lang="en-US" altLang="zh-TW" sz="4000" b="1" kern="0" dirty="0">
              <a:solidFill>
                <a:srgbClr val="0000FF"/>
              </a:solidFill>
              <a:latin typeface="Times New Roman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87379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CC2A195-4F73-6A96-3AA9-D58E9217B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7"/>
            <a:ext cx="10972800" cy="5256583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TW" sz="2800" b="1" dirty="0">
                <a:latin typeface="+mj-lt"/>
                <a:ea typeface="+mn-ea"/>
              </a:rPr>
              <a:t>Specifications</a:t>
            </a:r>
          </a:p>
          <a:p>
            <a:pPr marL="457200" indent="-45720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TW" sz="2800" b="1" dirty="0">
                <a:solidFill>
                  <a:srgbClr val="0000FF"/>
                </a:solidFill>
                <a:latin typeface="+mj-lt"/>
                <a:ea typeface="+mn-ea"/>
              </a:rPr>
              <a:t>Gantt Chart</a:t>
            </a:r>
          </a:p>
          <a:p>
            <a:pPr marL="457200" indent="-45720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TW" sz="2800" b="1" dirty="0">
                <a:latin typeface="+mj-lt"/>
                <a:ea typeface="+mn-ea"/>
              </a:rPr>
              <a:t>Schematic</a:t>
            </a:r>
          </a:p>
          <a:p>
            <a:pPr marL="457200" indent="-45720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TW" sz="2800" b="1" dirty="0">
                <a:solidFill>
                  <a:srgbClr val="0000FF"/>
                </a:solidFill>
                <a:latin typeface="+mj-lt"/>
                <a:ea typeface="+mn-ea"/>
              </a:rPr>
              <a:t>System Block Diagram</a:t>
            </a:r>
          </a:p>
          <a:p>
            <a:pPr marL="457200" indent="-45720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TW" sz="2800" b="1" dirty="0">
                <a:latin typeface="+mj-lt"/>
                <a:ea typeface="+mn-ea"/>
              </a:rPr>
              <a:t>Analysis Results</a:t>
            </a:r>
          </a:p>
          <a:p>
            <a:pPr marL="457200" indent="-45720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TW" sz="2800" b="1" dirty="0">
                <a:solidFill>
                  <a:srgbClr val="0000FF"/>
                </a:solidFill>
                <a:latin typeface="+mj-lt"/>
                <a:ea typeface="+mn-ea"/>
              </a:rPr>
              <a:t>Remarks</a:t>
            </a:r>
          </a:p>
          <a:p>
            <a:pPr marL="457200" indent="-45720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TW" sz="2800" b="1" dirty="0">
                <a:latin typeface="+mj-lt"/>
                <a:ea typeface="+mn-ea"/>
              </a:rPr>
              <a:t>Future Works</a:t>
            </a:r>
            <a:endParaRPr lang="en-US" altLang="zh-TW" sz="28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542A303-4C26-AE99-F2C7-B81C0EE4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zh-TW" sz="4000" kern="0" dirty="0">
                <a:solidFill>
                  <a:srgbClr val="0000FF"/>
                </a:solidFill>
                <a:effectLst/>
                <a:ea typeface="標楷體" pitchFamily="65" charset="-120"/>
              </a:rPr>
              <a:t>Outline</a:t>
            </a:r>
            <a:endParaRPr lang="en-US" altLang="zh-TW" sz="4000" b="1" kern="0" dirty="0">
              <a:solidFill>
                <a:srgbClr val="0000FF"/>
              </a:solidFill>
              <a:latin typeface="Times New Roman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4900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F02F1D8-9E02-4953-A92C-CCC60F185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block diagram of control system …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4542A303-4C26-AE99-F2C7-B81C0EE4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4000" kern="0" dirty="0">
                <a:solidFill>
                  <a:srgbClr val="0000FF"/>
                </a:solidFill>
                <a:effectLst/>
                <a:ea typeface="標楷體" pitchFamily="65" charset="-120"/>
              </a:rPr>
              <a:t>Specifications</a:t>
            </a:r>
            <a:endParaRPr lang="en-US" altLang="zh-TW" sz="4000" b="1" kern="0" dirty="0">
              <a:solidFill>
                <a:srgbClr val="0000FF"/>
              </a:solidFill>
              <a:latin typeface="Times New Roman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1080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1399E3F1-6DFF-4E46-A6BD-02EA96BE7C19}"/>
              </a:ext>
            </a:extLst>
          </p:cNvPr>
          <p:cNvSpPr txBox="1"/>
          <p:nvPr/>
        </p:nvSpPr>
        <p:spPr>
          <a:xfrm>
            <a:off x="1919536" y="3284984"/>
            <a:ext cx="90370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5400" b="1" dirty="0">
                <a:solidFill>
                  <a:srgbClr val="0000FF"/>
                </a:solidFill>
                <a:latin typeface="+mn-lt"/>
              </a:rPr>
              <a:t>Thank You for Your Attention</a:t>
            </a:r>
            <a:endParaRPr lang="zh-TW" altLang="en-US" sz="5400" b="1" dirty="0">
              <a:solidFill>
                <a:srgbClr val="0000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6566587"/>
      </p:ext>
    </p:extLst>
  </p:cSld>
  <p:clrMapOvr>
    <a:masterClrMapping/>
  </p:clrMapOvr>
</p:sld>
</file>

<file path=ppt/theme/theme1.xml><?xml version="1.0" encoding="utf-8"?>
<a:theme xmlns:a="http://schemas.openxmlformats.org/drawingml/2006/main" name="5_預設簡報設計">
  <a:themeElements>
    <a:clrScheme name="1_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 2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0000"/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spDef>
    <a:lnDef>
      <a:spPr bwMode="auto">
        <a:noFill/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1_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190711</TotalTime>
  <Words>37</Words>
  <Application>Microsoft Office PowerPoint</Application>
  <PresentationFormat>寬螢幕</PresentationFormat>
  <Paragraphs>15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3" baseType="lpstr">
      <vt:lpstr>新細明體</vt:lpstr>
      <vt:lpstr>標楷體</vt:lpstr>
      <vt:lpstr>Arial</vt:lpstr>
      <vt:lpstr>Arial Black</vt:lpstr>
      <vt:lpstr>Calibri</vt:lpstr>
      <vt:lpstr>Times New Roman</vt:lpstr>
      <vt:lpstr>Wingdings</vt:lpstr>
      <vt:lpstr>5_預設簡報設計</vt:lpstr>
      <vt:lpstr>PowerPoint 簡報</vt:lpstr>
      <vt:lpstr>Summary</vt:lpstr>
      <vt:lpstr>Outline</vt:lpstr>
      <vt:lpstr>Specifications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YSLai</dc:creator>
  <cp:lastModifiedBy/>
  <cp:revision>8040</cp:revision>
  <cp:lastPrinted>1601-01-01T00:00:00Z</cp:lastPrinted>
  <dcterms:created xsi:type="dcterms:W3CDTF">1601-01-01T00:00:00Z</dcterms:created>
  <dcterms:modified xsi:type="dcterms:W3CDTF">2026-08-04T04:23:17Z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